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血压守护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智能服药提醒与血压记录管理系统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14800"/>
            <a:ext cx="301752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微软雅黑"/>
              </a:defRPr>
            </a:pPr>
            <a:r>
              <a:t>项目汇报材料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微软雅黑"/>
              </a:defRPr>
            </a:pPr>
            <a:r>
              <a:t>让每一位高血压患者都能得到及时、准确、专业的健康管理服务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微软雅黑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一、社会背景与健康需求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0000"/>
                </a:solidFill>
                <a:latin typeface="微软雅黑"/>
              </a:defRPr>
            </a:pPr>
            <a:r>
              <a:t>2.7亿+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中国高血压患者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18岁以上患病率23.2%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645920"/>
            <a:ext cx="320040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0000"/>
                </a:solidFill>
                <a:latin typeface="微软雅黑"/>
              </a:defRPr>
            </a:pPr>
            <a:r>
              <a:t>15.3%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血压控制率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远低于发达国家水平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320040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0000"/>
                </a:solidFill>
                <a:latin typeface="微软雅黑"/>
              </a:defRPr>
            </a:pPr>
            <a:r>
              <a:t>30-40%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服药依从性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超60%患者不能按时服药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t>核心痛点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●  忘记服药 — 手机闹钟无法追踪是否真正服药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●  记录混乱 — 纸质记录容易丢失，无法分析趋势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●  预警缺失 — 血压异常时无法及时发现和处理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●  家属担忧 — 异地子女无法实时了解父母健康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●  就医低效 — 缺乏完整数据，医生难以准确判断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840480"/>
            <a:ext cx="4846320" cy="25603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为什么需要"血压守护"？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805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★  国家政策大力支持"互联网+医疗健康"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★  老龄化加速，慢性病管理需求激增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★  传统健康管理方式已无法满足需求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★  数字化工具可提升服药依从性2-3倍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★  降低高血压并发症，减少医疗支出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二、解决方案 — 血压守护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产品定位：专注高血压患者及其家庭成员的智能健康管理平台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651760" cy="4114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智能服药管理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多药物提醒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服药确认追踪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漏服预警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库存管理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286000"/>
            <a:ext cx="2651760" cy="4114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血压数据管理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114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快速记录血压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趋势图表分析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健康评估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PDF报告导出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2651760" cy="4114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分级预警系统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漏服实时预警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血压异常预警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三级预警机制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多渠道通知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286000"/>
            <a:ext cx="2651760" cy="4114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👨‍👩‍👧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家庭协作管理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114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多成员管理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数据共享查看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代录数据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协作日志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三、核心功能 — 智能服药管理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多药物管理：支持添加50种药物，分别设置服用时间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智能提醒：APP推送、短信、电话多种提醒方式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服药确认：一键确认，记录准确服药时间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漏服预警：超时未服自动预警并通知家属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库存管理：自动计算剩余药量，提前提醒购药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服药历史：完整记录，支持追溯和统计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463040"/>
            <a:ext cx="4846320" cy="32004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应用效果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📈  服药依从性：30% → 80-90%（提升2-3倍）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📈  漏服率：70% → &lt;10%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📈  预警响应时间：&lt;5分钟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📈  用户满意度：NPS评分 ≥ 50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📈  日均服药记录：3次/用户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业务流程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394960"/>
            <a:ext cx="164592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添加药物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5394960"/>
            <a:ext cx="164592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设置时间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5394960"/>
            <a:ext cx="164592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接收提醒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5394960"/>
            <a:ext cx="164592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确认服药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5394960"/>
            <a:ext cx="164592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记录追踪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四、核心功能 — 血压数据管理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快捷录入：三步完成血压记录（收缩压/舒张压/心率）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趋势分析：可视化折线图展示7天/30天/90天趋势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数据统计：自动计算平均值、最高值、最低值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健康评估：基于近期数据评估健康状况等级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异常标注：超出正常范围的数据高亮显示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✓  报告导出：生成PDF报告，方便就医使用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463040"/>
            <a:ext cx="4846320" cy="32004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血压参考标准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2194560"/>
            <a:ext cx="1188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94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2194560"/>
            <a:ext cx="12801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正常范围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2194560"/>
            <a:ext cx="10972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偏高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2194560"/>
            <a:ext cx="10972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危险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65176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收缩压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65176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90-140 mmHg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6517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140-160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0" y="2651760"/>
            <a:ext cx="1097280" cy="457200"/>
          </a:xfrm>
          <a:prstGeom prst="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微软雅黑"/>
              </a:defRPr>
            </a:pPr>
            <a:r>
              <a:t>≥160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10896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舒张压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10896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60-90 mmHg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1089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90-110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0" y="3108960"/>
            <a:ext cx="1097280" cy="457200"/>
          </a:xfrm>
          <a:prstGeom prst="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微软雅黑"/>
              </a:defRPr>
            </a:pPr>
            <a:r>
              <a:t>≥110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56616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566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心率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56616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60-100 次/分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5661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566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100-120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0" y="3566160"/>
            <a:ext cx="1097280" cy="457200"/>
          </a:xfrm>
          <a:prstGeom prst="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0" y="3566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微软雅黑"/>
              </a:defRPr>
            </a:pPr>
            <a:r>
              <a:t>≥120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数据来源：《中国高血压防治指南（2023年版）》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使用价值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💡  帮助用户了解血压变化规律，及时调整生活方式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💡  为医生诊断提供完整、准确的数据支撑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💡  通过趋势分析，提前发现健康风险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  💡  PDF报告导出，就诊效率提升50%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五、核心功能 — 预警系统 &amp; 家庭协作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t>🔔 分级预警系统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02920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⚠️ 警告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触发条件：漏服超过2小时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通知方式：APP推送 + 短信 + 家属通知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5029200" cy="9144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🔶 紧急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触发条件：收缩压≥160或舒张压≥110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通知方式：APP推送 + 短信 + 家属通知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5029200" cy="914400"/>
          </a:xfrm>
          <a:prstGeom prst="rect">
            <a:avLst/>
          </a:prstGeom>
          <a:solidFill>
            <a:srgbClr val="FF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🔴 危急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触发条件：收缩压≥180或舒张压≥120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通知方式：APP推送 + 短信 + 家属通知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t>👨‍👩‍👧 家庭协作管理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✓  添加多个家庭成员，分别管理健康数据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✓  家属可实时查看患者血压和服药情况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✓  支持家属代为记录血压和确认服药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✓  异常情况自动通知所有家庭成员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✓  完整协作日志，操作可追溯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✓  解决异地照顾难题，增强家庭关爱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t>💝 社会价值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让子女无论身在何处，都能随时了解父母健康状况，减少担忧，增强家庭关爱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六、技术架构与安全保障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2286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客户端层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463040"/>
            <a:ext cx="6858000" cy="7315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6002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手机浏览器 / 微信内嵌 / PWA应用 / 小程序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40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60320"/>
            <a:ext cx="228600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接入层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560320"/>
            <a:ext cx="6858000" cy="7315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6974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Nginx + HTTPS / 负载均衡 / 静态资源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337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5B6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657600"/>
            <a:ext cx="2286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应用层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657600"/>
            <a:ext cx="6858000" cy="7315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7947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Flask后端 / Gunicorn / API路由 / 业务逻辑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434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754880"/>
            <a:ext cx="2286000" cy="731520"/>
          </a:xfrm>
          <a:prstGeom prst="rect">
            <a:avLst/>
          </a:prstGeom>
          <a:solidFill>
            <a:srgbClr val="15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4754880"/>
            <a:ext cx="6858000" cy="7315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8920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MySQL数据库 / Redis缓存 / 文件存储 / 日志系统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🔒 安全保障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传输加密：HTTPS/TLS 1.2+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密码加密：PBKDF2 + Salt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XSS防护：输入过滤 + 输出编码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CSRF防护：Token验证机制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速率限制：防止恶意请求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⚡ 性能指标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77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页面加载：≤2秒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API响应：≤500ms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并发支持：≥1000用户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系统可用率：≥99.9%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✓  数据备份：每天，保留30天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七、社会价值与意义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651760" cy="36576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微软雅黑"/>
              </a:defRPr>
            </a:pPr>
            <a:r>
              <a:t>提升健康管理水平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覆盖2.7亿高血压患者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服药依从性提升2-3倍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血压控制率提升30%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645920"/>
            <a:ext cx="2651760" cy="36576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微软雅黑"/>
              </a:defRPr>
            </a:pPr>
            <a:r>
              <a:t>降低医疗费用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减少并发症住院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年节省医疗费¥5000-10000/人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减轻医保基金压力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651760" cy="36576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👨‍👩‍👧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微软雅黑"/>
              </a:defRPr>
            </a:pPr>
            <a:r>
              <a:t>增强家庭关爱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解决异地照顾难题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家属实时了解健康状况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减少焦虑和担忧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645920"/>
            <a:ext cx="2651760" cy="36576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333333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微软雅黑"/>
              </a:defRPr>
            </a:pPr>
            <a:r>
              <a:t>助力医疗体系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474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提供完整院外数据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提升医生诊断效率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优化医疗资源配置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263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💎 核心价值：让每一位高血压患者都能得到及时、准确、专业的健康管理服务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八、实施计划与发展目标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56032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2026-05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011680"/>
            <a:ext cx="274320" cy="182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MVP完成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08960"/>
            <a:ext cx="256032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核心功能开发完成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功能/压力测试通过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BUG修复完毕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828800"/>
            <a:ext cx="256032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2026-06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274320" cy="182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公测启动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3108960"/>
            <a:ext cx="256032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100名种子用户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收集用户反馈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优化迭代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256032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2026-07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011680"/>
            <a:ext cx="274320" cy="182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正式发布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108960"/>
            <a:ext cx="256032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正式上线运营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市场推广启动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用户增长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828800"/>
            <a:ext cx="256032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2026-12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规模化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108960"/>
            <a:ext cx="2560320" cy="18288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用户破10万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医生端开发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企业版上线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发展目标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🎯  2027年底：用户规模达到50万+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🎯  付费转化率：5-8%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🎯  年收入：¥500-800万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🎯  日活跃用户：10万+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让"血压守护"成为高血压管理领域的标杆产品，惠及千万家庭！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301752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微软雅黑"/>
              </a:defRPr>
            </a:pPr>
            <a:r>
              <a:t>让每一位高血压患者都能得到</a:t>
            </a:r>
            <a:br/>
            <a:r>
              <a:t>及时、准确、专业的健康管理服务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480560"/>
            <a:ext cx="3931920" cy="1097280"/>
          </a:xfrm>
          <a:prstGeom prst="rect">
            <a:avLst/>
          </a:prstGeom>
          <a:solidFill>
            <a:srgbClr val="15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项目状态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9377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微软雅黑"/>
              </a:defRPr>
            </a:pPr>
            <a:r>
              <a:t>✅ 开发完成  ✅ 测试通过  🚀 准备上线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035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微软雅黑"/>
              </a:defRPr>
            </a:pPr>
            <a:r>
              <a:t>血压守护项目组  | 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